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800" b="1"/>
              <a:t>Team name: RAI Innovators</a:t>
            </a: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0"/>
              <a:t>RAI (Responsible AI Audit Platform) is an open-source, web-based fairness auditing tool that enables organizations to detect, measure, and correct bias in their datasets and AI models.</a:t>
            </a:r>
          </a:p>
          <a:p/>
          <a:p>
            <a:r>
              <a:rPr sz="1600" b="0"/>
              <a:t>Users upload datasets from 4 key domains (Healthcare, Hiring, Lending, Insurance), and the platform automatically:</a:t>
            </a:r>
          </a:p>
          <a:p>
            <a:r>
              <a:rPr sz="1600" b="0"/>
              <a:t>• Detects demographic bias using Demographic Parity metrics</a:t>
            </a:r>
          </a:p>
          <a:p>
            <a:r>
              <a:rPr sz="1600" b="0"/>
              <a:t>• Visualizes group-level positive rates with interactive charts</a:t>
            </a:r>
          </a:p>
          <a:p>
            <a:r>
              <a:rPr sz="1600" b="0"/>
              <a:t>• Applies mitigation via reweighting algorithms</a:t>
            </a:r>
          </a:p>
          <a:p>
            <a:r>
              <a:rPr sz="1600" b="0"/>
              <a:t>• Generates compliance-ready audit reports</a:t>
            </a:r>
          </a:p>
          <a:p/>
          <a:p>
            <a:r>
              <a:rPr sz="1600" b="0"/>
              <a:t>Built with FastAPI backend + React frontend, deployed on Render (backend) and Vercel (frontend), with sample datasets matching 2024 US industry distributions (EEOC, FFIEC, CMS).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0"/>
              <a:t>How different from existing ideas?</a:t>
            </a:r>
          </a:p>
          <a:p>
            <a:r>
              <a:rPr sz="1600" b="0"/>
              <a:t>• Most bias auditing tools (AIF360, Fairlearn) require Python expertise</a:t>
            </a:r>
          </a:p>
          <a:p>
            <a:r>
              <a:rPr sz="1600" b="0"/>
              <a:t>• Commercial tools (Fiddler, Arthur) are closed-source and expensive</a:t>
            </a:r>
          </a:p>
          <a:p>
            <a:r>
              <a:rPr sz="1600" b="0"/>
              <a:t>• RAI is zero-setup: browser-based, pre-loaded with 4 domain datasets</a:t>
            </a:r>
          </a:p>
          <a:p>
            <a:r>
              <a:rPr sz="1600" b="0"/>
              <a:t>• Unique feature: One-click sample dataset loading for instant demos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0"/>
              <a:t>1. Dataset Upload — Drag &amp; drop CSV/Excel files (10MB limit)</a:t>
            </a:r>
          </a:p>
          <a:p>
            <a:r>
              <a:rPr sz="1600" b="0"/>
              <a:t>2. Sample Datasets — 4 pre-loaded domain datasets (2500 records each)</a:t>
            </a:r>
          </a:p>
          <a:p>
            <a:r>
              <a:rPr sz="1600" b="0"/>
              <a:t>   • Healthcare (treatment approval bias)</a:t>
            </a:r>
          </a:p>
          <a:p>
            <a:r>
              <a:rPr sz="1600" b="0"/>
              <a:t>   • Hiring (recruitment bias)</a:t>
            </a:r>
          </a:p>
          <a:p>
            <a:r>
              <a:rPr sz="1600" b="0"/>
              <a:t>   • Lending (loan approval bias)</a:t>
            </a:r>
          </a:p>
          <a:p>
            <a:r>
              <a:rPr sz="1600" b="0"/>
              <a:t>   • Insurance (policy approval bias)</a:t>
            </a:r>
          </a:p>
          <a:p>
            <a:r>
              <a:rPr sz="1600" b="0"/>
              <a:t>3. Auto-Detection — Sensitive attributes &amp; target columns auto-identified</a:t>
            </a:r>
          </a:p>
          <a:p>
            <a:r>
              <a:rPr sz="1600" b="0"/>
              <a:t>4. Fairness Metrics — Demographic Parity Ratio &amp; Difference (80% threshold)</a:t>
            </a:r>
          </a:p>
          <a:p>
            <a:r>
              <a:rPr sz="1600" b="0"/>
              <a:t>5. Interactive Charts — Group-level positive rate visualization</a:t>
            </a:r>
          </a:p>
          <a:p>
            <a:r>
              <a:rPr sz="1600" b="0"/>
              <a:t>6. Bias Mitigation — Reweighting algorithm with before/after comparison</a:t>
            </a:r>
          </a:p>
          <a:p>
            <a:r>
              <a:rPr sz="1600" b="0"/>
              <a:t>7. Compliance Reports — Downloadable audit reports (HTML)</a:t>
            </a:r>
          </a:p>
          <a:p>
            <a:r>
              <a:rPr sz="1600" b="0"/>
              <a:t>8. Mitigated Dataset Export — Download bias-corrected CSV</a:t>
            </a:r>
          </a:p>
          <a:p>
            <a:r>
              <a:rPr sz="1600" b="0"/>
              <a:t>9. AI-Powered Summary — Google Gemini generates audit insights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 b="0"/>
              <a:t>[User] → [Upload Dataset / Load Sample]</a:t>
            </a:r>
          </a:p>
          <a:p>
            <a:r>
              <a:rPr sz="1400" b="0"/>
              <a:t>         ↓</a:t>
            </a:r>
          </a:p>
          <a:p>
            <a:r>
              <a:rPr sz="1400" b="0"/>
              <a:t>    [Auto-Detect Columns]</a:t>
            </a:r>
          </a:p>
          <a:p>
            <a:r>
              <a:rPr sz="1400" b="0"/>
              <a:t>         ↓</a:t>
            </a:r>
          </a:p>
          <a:p>
            <a:r>
              <a:rPr sz="1400" b="0"/>
              <a:t>    [Select Sensitive Attrs + Target]</a:t>
            </a:r>
          </a:p>
          <a:p>
            <a:r>
              <a:rPr sz="1400" b="0"/>
              <a:t>         ↓</a:t>
            </a:r>
          </a:p>
          <a:p>
            <a:r>
              <a:rPr sz="1400" b="0"/>
              <a:t>    [Run Fairness Analysis]</a:t>
            </a:r>
          </a:p>
          <a:p>
            <a:r>
              <a:rPr sz="1400" b="0"/>
              <a:t>         ↓</a:t>
            </a:r>
          </a:p>
          <a:p>
            <a:r>
              <a:rPr sz="1400" b="0"/>
              <a:t>    [View Results: DPR, DPD, Group Charts]</a:t>
            </a:r>
          </a:p>
          <a:p>
            <a:r>
              <a:rPr sz="1400" b="0"/>
              <a:t>         ↓</a:t>
            </a:r>
          </a:p>
          <a:p>
            <a:r>
              <a:rPr sz="1400" b="0"/>
              <a:t>    [Optional: Apply Mitigation]</a:t>
            </a:r>
          </a:p>
          <a:p>
            <a:r>
              <a:rPr sz="1400" b="0"/>
              <a:t>         ↓</a:t>
            </a:r>
          </a:p>
          <a:p>
            <a:r>
              <a:rPr sz="1400" b="0"/>
              <a:t>    [Download Report / Mitigated CSV]</a:t>
            </a:r>
          </a:p>
          <a:p/>
          <a:p>
            <a:r>
              <a:rPr sz="1400" b="0"/>
              <a:t>Use Cases:</a:t>
            </a:r>
          </a:p>
          <a:p>
            <a:r>
              <a:rPr sz="1400" b="0"/>
              <a:t>• HR teams auditing recruitment data for gender/race bias</a:t>
            </a:r>
          </a:p>
          <a:p>
            <a:r>
              <a:rPr sz="1400" b="0"/>
              <a:t>• Banks checking loan approval fairness</a:t>
            </a:r>
          </a:p>
          <a:p>
            <a:r>
              <a:rPr sz="1400" b="0"/>
              <a:t>• Hospitals validating treatment approval processes</a:t>
            </a:r>
          </a:p>
          <a:p>
            <a:r>
              <a:rPr sz="1400" b="0"/>
              <a:t>• Insurance companies auditing policy decisions</a:t>
            </a: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0"/>
              <a:t>Screenshots to include:</a:t>
            </a:r>
          </a:p>
          <a:p>
            <a:r>
              <a:rPr sz="1600" b="0"/>
              <a:t>1. Hero Section — Animated crowd scene with "RAI" title, domain pills</a:t>
            </a:r>
          </a:p>
          <a:p>
            <a:r>
              <a:rPr sz="1600" b="0"/>
              <a:t>2. Upload Section — Drag &amp; drop zone + sample dataset cards</a:t>
            </a:r>
          </a:p>
          <a:p>
            <a:r>
              <a:rPr sz="1600" b="0"/>
              <a:t>3. Column Selector — Multi-select sensitive attrs, target variable</a:t>
            </a:r>
          </a:p>
          <a:p>
            <a:r>
              <a:rPr sz="1600" b="0"/>
              <a:t>4. Results Panel — DPR/DPD metric cards + group rate bar chart</a:t>
            </a:r>
          </a:p>
          <a:p>
            <a:r>
              <a:rPr sz="1600" b="0"/>
              <a:t>5. Mitigation Section — Before/after comparison + download buttons</a:t>
            </a:r>
          </a:p>
          <a:p>
            <a:r>
              <a:rPr sz="1600" b="0"/>
              <a:t>6. AI Summary — Gemini-powered audit insights (auto-generated)</a:t>
            </a: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 b="0"/>
              <a:t>┌─────────────────┐     HTTPS     ┌──────────────────────┐</a:t>
            </a:r>
          </a:p>
          <a:p>
            <a:r>
              <a:rPr sz="1400" b="0"/>
              <a:t>│  React Frontend │ ←─────────→ │  FastAPI Backend     │</a:t>
            </a:r>
          </a:p>
          <a:p>
            <a:r>
              <a:rPr sz="1400" b="0"/>
              <a:t>│  (Vercel)      │             │  (Render)            │</a:t>
            </a:r>
          </a:p>
          <a:p>
            <a:r>
              <a:rPr sz="1400" b="0"/>
              <a:t>│                 │             │                      │</a:t>
            </a:r>
          </a:p>
          <a:p>
            <a:r>
              <a:rPr sz="1400" b="0"/>
              <a:t>│ • UploadSection │             │ • /upload           │</a:t>
            </a:r>
          </a:p>
          <a:p>
            <a:r>
              <a:rPr sz="1400" b="0"/>
              <a:t>│ • ColumnSelector│             │ • /analyze          │</a:t>
            </a:r>
          </a:p>
          <a:p>
            <a:r>
              <a:rPr sz="1400" b="0"/>
              <a:t>│ • MetricsPanel  │             │ • /mitigate         │</a:t>
            </a:r>
          </a:p>
          <a:p>
            <a:r>
              <a:rPr sz="1400" b="0"/>
              <a:t>│ • MitigationSec │             │ • /sample-datasets  │</a:t>
            </a:r>
          </a:p>
          <a:p>
            <a:r>
              <a:rPr sz="1400" b="0"/>
              <a:t>└─────────────────┘             │ • /gemini-summary   │</a:t>
            </a:r>
          </a:p>
          <a:p>
            <a:r>
              <a:rPr sz="1400" b="0"/>
              <a:t>                                │ • /download/mitigated│</a:t>
            </a:r>
          </a:p>
          <a:p>
            <a:r>
              <a:rPr sz="1400" b="0"/>
              <a:t>                                └──────────────────────┘</a:t>
            </a:r>
          </a:p>
          <a:p>
            <a:r>
              <a:rPr sz="1400" b="0"/>
              <a:t>                                          ↓</a:t>
            </a:r>
          </a:p>
          <a:p>
            <a:r>
              <a:rPr sz="1400" b="0"/>
              <a:t>                                ┌──────────────────────┐</a:t>
            </a:r>
          </a:p>
          <a:p>
            <a:r>
              <a:rPr sz="1400" b="0"/>
              <a:t>                                │  In-Memory Storage   │</a:t>
            </a:r>
          </a:p>
          <a:p>
            <a:r>
              <a:rPr sz="1400" b="0"/>
              <a:t>                                │  (DATASET_STORAGE)  │</a:t>
            </a:r>
          </a:p>
          <a:p>
            <a:r>
              <a:rPr sz="1400" b="0"/>
              <a:t>                                │  (AUDIT_STORAGE)    │</a:t>
            </a:r>
          </a:p>
          <a:p>
            <a:r>
              <a:rPr sz="1400" b="0"/>
              <a:t>                                └──────────────────────┘</a:t>
            </a:r>
          </a:p>
          <a:p/>
          <a:p>
            <a:r>
              <a:rPr sz="1400" b="0"/>
              <a:t>Tech Stack:</a:t>
            </a:r>
          </a:p>
          <a:p>
            <a:r>
              <a:rPr sz="1400" b="0"/>
              <a:t>Frontend: React 18, Vite, Framer Motion, Recharts, react-dropzone</a:t>
            </a:r>
          </a:p>
          <a:p>
            <a:r>
              <a:rPr sz="1400" b="0"/>
              <a:t>Backend: FastAPI, Pandas, NumPy, Google Gemini API</a:t>
            </a:r>
          </a:p>
          <a:p>
            <a:r>
              <a:rPr sz="1400" b="0"/>
              <a:t>Deployment: Vercel (frontend), Render (backend)</a:t>
            </a: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0"/>
              <a:t>Frontend:</a:t>
            </a:r>
          </a:p>
          <a:p>
            <a:r>
              <a:rPr sz="1600" b="0"/>
              <a:t>• React 18 — UI framework</a:t>
            </a:r>
          </a:p>
          <a:p>
            <a:r>
              <a:rPr sz="1600" b="0"/>
              <a:t>• Vite — Build tool</a:t>
            </a:r>
          </a:p>
          <a:p>
            <a:r>
              <a:rPr sz="1600" b="0"/>
              <a:t>• Framer Motion — Animations</a:t>
            </a:r>
          </a:p>
          <a:p>
            <a:r>
              <a:rPr sz="1600" b="0"/>
              <a:t>• Recharts — Data visualization</a:t>
            </a:r>
          </a:p>
          <a:p>
            <a:r>
              <a:rPr sz="1600" b="0"/>
              <a:t>• Axios — API client</a:t>
            </a:r>
          </a:p>
          <a:p>
            <a:r>
              <a:rPr sz="1600" b="0"/>
              <a:t>• react-dropzone — File upload</a:t>
            </a:r>
          </a:p>
          <a:p/>
          <a:p>
            <a:r>
              <a:rPr sz="1600" b="0"/>
              <a:t>Backend:</a:t>
            </a:r>
          </a:p>
          <a:p>
            <a:r>
              <a:rPr sz="1600" b="0"/>
              <a:t>• FastAPI — REST API framework</a:t>
            </a:r>
          </a:p>
          <a:p>
            <a:r>
              <a:rPr sz="1600" b="0"/>
              <a:t>• Pandas — Dataset processing</a:t>
            </a:r>
          </a:p>
          <a:p>
            <a:r>
              <a:rPr sz="1600" b="0"/>
              <a:t>• NumPy — Numerical computations</a:t>
            </a:r>
          </a:p>
          <a:p>
            <a:r>
              <a:rPr sz="1600" b="0"/>
              <a:t>• Google Generative AI — Gemini integration</a:t>
            </a:r>
          </a:p>
          <a:p>
            <a:r>
              <a:rPr sz="1600" b="0"/>
              <a:t>• Uvicorn — ASGI server</a:t>
            </a:r>
          </a:p>
          <a:p/>
          <a:p>
            <a:r>
              <a:rPr sz="1600" b="0"/>
              <a:t>Deployment &amp; DevOps:</a:t>
            </a:r>
          </a:p>
          <a:p>
            <a:r>
              <a:rPr sz="1600" b="0"/>
              <a:t>• Vercel — Frontend hosting</a:t>
            </a:r>
          </a:p>
          <a:p>
            <a:r>
              <a:rPr sz="1600" b="0"/>
              <a:t>• Render — Backend hosting</a:t>
            </a:r>
          </a:p>
          <a:p>
            <a:r>
              <a:rPr sz="1600" b="0"/>
              <a:t>• Git/GitHub — Version control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0"/>
              <a:t>Development Time: ~40 hours</a:t>
            </a:r>
          </a:p>
          <a:p/>
          <a:p>
            <a:r>
              <a:rPr sz="1600" b="0"/>
              <a:t>Technologies Used: All open-source (no licensing costs)</a:t>
            </a:r>
          </a:p>
          <a:p/>
          <a:p>
            <a:r>
              <a:rPr sz="1600" b="0"/>
              <a:t>Hosting Costs:</a:t>
            </a:r>
          </a:p>
          <a:p>
            <a:r>
              <a:rPr sz="1600" b="0"/>
              <a:t>• Render (backend): Free tier (or ~$7/month for always-on)</a:t>
            </a:r>
          </a:p>
          <a:p>
            <a:r>
              <a:rPr sz="1600" b="0"/>
              <a:t>• Vercel (frontend): Free tier</a:t>
            </a:r>
          </a:p>
          <a:p>
            <a:r>
              <a:rPr sz="1600" b="0"/>
              <a:t>• Total Monthly Cost: $0–$7 USD</a:t>
            </a:r>
          </a:p>
          <a:p/>
          <a:p>
            <a:r>
              <a:rPr sz="1600" b="0"/>
              <a:t>Optional Scaling:</a:t>
            </a:r>
          </a:p>
          <a:p>
            <a:r>
              <a:rPr sz="1600" b="0"/>
              <a:t>• Render Starter: $7/month</a:t>
            </a:r>
          </a:p>
          <a:p>
            <a:r>
              <a:rPr sz="1600" b="0"/>
              <a:t>• Custom domain: ~$12/year</a:t>
            </a:r>
          </a:p>
          <a:p/>
          <a:p>
            <a:r>
              <a:rPr sz="1600" b="0"/>
              <a:t>Google Gemini API: Free tier (15 RPM, 1M tokens/min)</a:t>
            </a: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0"/>
              <a:t>Include 4–5 screenshots:</a:t>
            </a:r>
          </a:p>
          <a:p>
            <a:r>
              <a:rPr sz="1600" b="0"/>
              <a:t>1. Hero section with animated crowd + domain pills (Healthcare, Hiring, etc.)</a:t>
            </a:r>
          </a:p>
          <a:p>
            <a:r>
              <a:rPr sz="1600" b="0"/>
              <a:t>2. Upload area with sample dataset cards (4 domain options)</a:t>
            </a:r>
          </a:p>
          <a:p>
            <a:r>
              <a:rPr sz="1600" b="0"/>
              <a:t>3. Column selector with detected sensitive attributes</a:t>
            </a:r>
          </a:p>
          <a:p>
            <a:r>
              <a:rPr sz="1600" b="0"/>
              <a:t>4. Results panel showing DPR = 72.3% (FAIL) with bar chart</a:t>
            </a:r>
          </a:p>
          <a:p>
            <a:r>
              <a:rPr sz="1600" b="0"/>
              <a:t>5. Mitigation section with before/after comparison chart</a:t>
            </a:r>
          </a:p>
          <a:p>
            <a:r>
              <a:rPr sz="1600" b="0"/>
              <a:t>6. Gemini AI summary with actionable recommendations</a:t>
            </a: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600" b="0"/>
              <a:t>Current Capabilities:</a:t>
            </a:r>
          </a:p>
          <a:p>
            <a:r>
              <a:rPr sz="1600" b="0"/>
              <a:t>• CSV and Excel file support</a:t>
            </a:r>
          </a:p>
          <a:p>
            <a:r>
              <a:rPr sz="1600" b="0"/>
              <a:t>• 4 industry-domain sample datasets (2500 records each)</a:t>
            </a:r>
          </a:p>
          <a:p>
            <a:r>
              <a:rPr sz="1600" b="0"/>
              <a:t>• Demographic Parity metrics (DPR, DPD)</a:t>
            </a:r>
          </a:p>
          <a:p>
            <a:r>
              <a:rPr sz="1600" b="0"/>
              <a:t>• Reweighting-based bias mitigation</a:t>
            </a:r>
          </a:p>
          <a:p>
            <a:r>
              <a:rPr sz="1600" b="0"/>
              <a:t>• Compliance with EEOC 4/5ths rule, EU AI Act</a:t>
            </a:r>
          </a:p>
          <a:p>
            <a:r>
              <a:rPr sz="1600" b="0"/>
              <a:t>• Google Gemini-powered audit summaries</a:t>
            </a:r>
          </a:p>
          <a:p/>
          <a:p>
            <a:r>
              <a:rPr sz="1600" b="0"/>
              <a:t>Future Development:</a:t>
            </a:r>
          </a:p>
          <a:p>
            <a:r>
              <a:rPr sz="1600" b="0"/>
              <a:t>• Enhanced Gemini integration for real-time audit recommendations</a:t>
            </a:r>
          </a:p>
          <a:p>
            <a:r>
              <a:rPr sz="1600" b="0"/>
              <a:t>• Additional fairness metrics (Equal Opportunity, Calders &amp; Verwer)</a:t>
            </a:r>
          </a:p>
          <a:p>
            <a:r>
              <a:rPr sz="1600" b="0"/>
              <a:t>• Support for multi-class and regression outcomes</a:t>
            </a:r>
          </a:p>
          <a:p>
            <a:r>
              <a:rPr sz="1600" b="0"/>
              <a:t>• PostgreSQL database for persistent audit history</a:t>
            </a:r>
          </a:p>
          <a:p>
            <a:r>
              <a:rPr sz="1600" b="0"/>
              <a:t>• PDF report generation with executive summaries</a:t>
            </a:r>
          </a:p>
          <a:p>
            <a:r>
              <a:rPr sz="1600" b="0"/>
              <a:t>• Role-based access control for enterprise teams</a:t>
            </a:r>
          </a:p>
          <a:p>
            <a:r>
              <a:rPr sz="1600" b="0"/>
              <a:t>• API endpoints for CI/CD pipeline integration</a:t>
            </a: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1400" b="0"/>
              <a:t>GitHub Public Repository:</a:t>
            </a:r>
          </a:p>
          <a:p>
            <a:r>
              <a:rPr sz="1400" b="0"/>
              <a:t>https://github.com/kushalchalla981-tech/rai-responsible.ai</a:t>
            </a:r>
          </a:p>
          <a:p/>
          <a:p>
            <a:r>
              <a:rPr sz="1400" b="0"/>
              <a:t>Demo Video Link (3 Minutes):</a:t>
            </a:r>
          </a:p>
          <a:p>
            <a:r>
              <a:rPr sz="1400" b="0"/>
              <a:t>[Upload to YouTube and paste link here]</a:t>
            </a:r>
          </a:p>
          <a:p/>
          <a:p>
            <a:r>
              <a:rPr sz="1400" b="0"/>
              <a:t>MVP Link:</a:t>
            </a:r>
          </a:p>
          <a:p>
            <a:r>
              <a:rPr sz="1400" b="0"/>
              <a:t>https://rai-responsible-77cdcaaop-kushalchalla981-techs-projects.vercel.app/</a:t>
            </a:r>
          </a:p>
          <a:p/>
          <a:p>
            <a:r>
              <a:rPr sz="1400" b="0"/>
              <a:t>Working Prototype Link:</a:t>
            </a:r>
          </a:p>
          <a:p>
            <a:r>
              <a:rPr sz="1400" b="0"/>
              <a:t>Frontend: https://rai-responsible-77cdcaaop-kushalchalla981-techs-projects.vercel.app/</a:t>
            </a:r>
          </a:p>
          <a:p>
            <a:r>
              <a:rPr sz="1400" b="0"/>
              <a:t>Backend API: https://rai-responsible-ai.onrender.com</a:t>
            </a:r>
          </a:p>
          <a:p>
            <a:r>
              <a:rPr sz="1400" b="0"/>
              <a:t>API Docs: https://rai-responsible-ai.onrender.com/docs</a:t>
            </a: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